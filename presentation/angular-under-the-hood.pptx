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2" r:id="rId5"/>
    <p:sldId id="264" r:id="rId6"/>
    <p:sldId id="265" r:id="rId7"/>
    <p:sldId id="266" r:id="rId8"/>
    <p:sldId id="267" r:id="rId9"/>
    <p:sldId id="263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2D65-88CD-4053-A34C-EEE2D24BF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6F327-EBF6-43FF-9F5E-F6C7680BD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AF993-9B4A-4489-AC4E-6129DEF0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42FBB-4D8C-4CC9-9758-D2463BD2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3ABC-CDCC-4CFF-9B6D-03D5688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6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BE48-1983-47E7-A2FD-9CFC3994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C1CA-D07D-490C-AD52-F17477C7F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D1F9F-4301-4017-A336-91CB4FFF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1A602-B6D5-4651-83B9-CD7A6F5E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D1C9-C128-4F58-8719-5A929ABA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792D-0DB0-4630-A8DC-D6FA428B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BA17-B27D-4286-A023-CDB863B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B9973-C57D-4CC3-AE27-263CC220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22389-D73F-48B8-88C6-2D5D2DEF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BCA6-365E-4A8D-AC4A-D21F1AE5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1662-D5C6-4675-8537-6248E072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3E11-2D89-47DD-9C08-B212DCE26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B149-8359-447F-937A-925D8D7BD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55BA4-C98D-44F2-9CFA-C054FB54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9FDED-1FE0-4BD4-97BB-2E0D9114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EE29-F24A-483B-B92D-9AC4CCBF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0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BC63-02AD-4AAC-B97A-00627291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FBFC6-B7A6-427E-8D50-A8834CE04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E388-7D69-4753-8BD3-3261523D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683E00-8DCA-4233-A44B-7EBD9B834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3FAB8-AC13-4A3E-94EC-24060178F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8946E-8752-4622-8EFE-ACE3A43D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2E8F29-1A84-4D6C-85D8-8BD8C4CE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0F73D-5AD0-4A92-BC46-543C1F81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1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F9352-AA97-4C5F-A763-9DA62D08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D2029-765F-4D62-B032-8A5B542D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4013F-9AB4-4159-A4BB-AEE8875B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4056E-E6E0-4CE3-BD0F-FCAD3D92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5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F08CF-1073-492E-A1D4-8515556E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AA601-74DE-4F85-8D4F-3C7C6EEF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3167B-6B7A-4DE4-896C-42ACBA83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1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DA32-D86D-4B39-80B0-EB2B627F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ABB7F-E54E-4793-9827-E7853D427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F24F3-652E-4D59-83F1-E29E3A2D2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7730A-4658-4193-A86C-3140F499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30EF9-382E-4B21-AD62-BF43F979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EF66C-3F77-4CAF-9EB6-C20856EE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8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AF28-8A71-427F-82F4-EF3E3C2D7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708B5-80AB-4AEA-AD75-7FEBFE468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C5AA1-1F5D-47D7-AEEE-4F0621FA3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2BD2D-89B4-4C56-A0FF-8FE9CF13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D498C-6AEA-4675-AE23-EE18100C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426FB-7037-460C-8F7F-893D8971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7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6CD1-A7A3-40B0-9F16-D9C07A7F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E8CBE-800D-4E94-B0DF-6087E71EF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B932F-28DA-405D-B1AB-39CC0EAAE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E67B-376B-4412-AD7E-AFE565B9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63D50-1CAB-4601-BC35-DE1B8D3F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4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CC3FF-3283-4ED6-B44C-4C602706E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E1F28-3A1D-4F86-BFE8-A22B3EECC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3F171-3A7D-40B7-B37F-98CB7607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42F12-0333-4D78-BA56-549D8564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E0E4-D9B7-43C6-9491-D15EFC8F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5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EC42E-E689-4071-8380-FAD59125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40DF7-5834-4938-A6ED-156597AC8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5BABC-85D5-464F-B1D0-1CA7B376C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AD933-23F5-4663-80B6-F62A0CC3F33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4A1EA-66EB-4BA5-9BB8-9911BE9F1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63510-077B-4AC5-8831-6A5F8D283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A50B4-A1A6-4C6B-9C5B-BFBE7B7E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2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hyperlink" Target="https://github.com/markostanimirovic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hyperlink" Target="https://www.linkedin.com/in/markostanimirovic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kostanimirovic/ng-under-the-hoo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arkostanimirovi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linkedin.com/in/markostanimirov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642406-8075-4F02-898F-46A83B99DF1B}"/>
              </a:ext>
            </a:extLst>
          </p:cNvPr>
          <p:cNvSpPr txBox="1"/>
          <p:nvPr/>
        </p:nvSpPr>
        <p:spPr>
          <a:xfrm>
            <a:off x="2073104" y="3557589"/>
            <a:ext cx="8045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Comic Sans MS" panose="030F0702030302020204" pitchFamily="66" charset="0"/>
              </a:rPr>
              <a:t>Angular Under the Hood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33B83-80A6-493E-AC46-2DF652667A7C}"/>
              </a:ext>
            </a:extLst>
          </p:cNvPr>
          <p:cNvSpPr txBox="1"/>
          <p:nvPr/>
        </p:nvSpPr>
        <p:spPr>
          <a:xfrm>
            <a:off x="3514524" y="4600861"/>
            <a:ext cx="3910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Marko </a:t>
            </a:r>
            <a:r>
              <a:rPr lang="en-US" sz="3200" dirty="0" err="1">
                <a:latin typeface="Comic Sans MS" panose="030F0702030302020204" pitchFamily="66" charset="0"/>
              </a:rPr>
              <a:t>Stanimirovi</a:t>
            </a:r>
            <a:r>
              <a:rPr lang="sr-Latn-RS" sz="3200" dirty="0">
                <a:latin typeface="Comic Sans MS" panose="030F0702030302020204" pitchFamily="66" charset="0"/>
              </a:rPr>
              <a:t>ć</a:t>
            </a:r>
            <a:endParaRPr lang="en-US" sz="3200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DFF55C4E-2B87-4447-96C1-8852124C4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289" y="4629723"/>
            <a:ext cx="634045" cy="527050"/>
          </a:xfrm>
          <a:prstGeom prst="rect">
            <a:avLst/>
          </a:prstGeom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71B67228-3318-4EE2-9E5D-C009CB724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110" y="4629723"/>
            <a:ext cx="527050" cy="527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948E6F-26BD-4377-A285-65DCC4C50EF7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238500" y="-152"/>
            <a:ext cx="5715000" cy="285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F3C980-4F3A-442B-8582-0A6FCCA0F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9400" y="858520"/>
            <a:ext cx="421640" cy="421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AF3EBE-EC03-48AB-93B9-06C96570EF3B}"/>
              </a:ext>
            </a:extLst>
          </p:cNvPr>
          <p:cNvSpPr txBox="1"/>
          <p:nvPr/>
        </p:nvSpPr>
        <p:spPr>
          <a:xfrm>
            <a:off x="2776020" y="6396335"/>
            <a:ext cx="6639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702030302020204" pitchFamily="66" charset="0"/>
              </a:rPr>
              <a:t>SAP Commissions Tech Meetup – 11/04/2020</a:t>
            </a:r>
          </a:p>
        </p:txBody>
      </p:sp>
    </p:spTree>
    <p:extLst>
      <p:ext uri="{BB962C8B-B14F-4D97-AF65-F5344CB8AC3E}">
        <p14:creationId xmlns:p14="http://schemas.microsoft.com/office/powerpoint/2010/main" val="302576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919D-D95B-412E-A2B5-99AC7517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Contents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272DF9-9073-4F39-BF44-4FA1DAC5F1CD}"/>
              </a:ext>
            </a:extLst>
          </p:cNvPr>
          <p:cNvSpPr/>
          <p:nvPr/>
        </p:nvSpPr>
        <p:spPr>
          <a:xfrm>
            <a:off x="838200" y="2788920"/>
            <a:ext cx="2082800" cy="128016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Compilation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2CBB00-3B7E-47B3-AB7F-0F87BBBF7FBB}"/>
              </a:ext>
            </a:extLst>
          </p:cNvPr>
          <p:cNvSpPr/>
          <p:nvPr/>
        </p:nvSpPr>
        <p:spPr>
          <a:xfrm>
            <a:off x="3677920" y="2788920"/>
            <a:ext cx="2082800" cy="128016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Zone.js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D1220B-7F42-419D-90ED-F6502A7F88EF}"/>
              </a:ext>
            </a:extLst>
          </p:cNvPr>
          <p:cNvSpPr/>
          <p:nvPr/>
        </p:nvSpPr>
        <p:spPr>
          <a:xfrm>
            <a:off x="6517640" y="2788920"/>
            <a:ext cx="2082800" cy="128016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Change Detection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E6EDC5-F2E4-4B5E-BF60-24332130C9B3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921000" y="3429000"/>
            <a:ext cx="75692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AB1AA8-AF5E-42E1-8C1B-9DD3695FFF0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760720" y="3429000"/>
            <a:ext cx="75692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7CBD59-81D8-4FE1-9D74-C3DAFBC28C8A}"/>
              </a:ext>
            </a:extLst>
          </p:cNvPr>
          <p:cNvSpPr/>
          <p:nvPr/>
        </p:nvSpPr>
        <p:spPr>
          <a:xfrm>
            <a:off x="9357360" y="2788920"/>
            <a:ext cx="2082800" cy="128016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Zone-Less Applications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31CB57-97EE-4CC2-8365-0FE46E32A7B0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8600440" y="3429000"/>
            <a:ext cx="75692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9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1D43F-E14B-4C95-83FE-E187F973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Compilation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618B339-8C0A-40FF-A1BA-A8A39730C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2042106"/>
            <a:ext cx="4206240" cy="3093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12A8F3-20DB-4A94-B7F3-4EDCE618F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898" y="926438"/>
            <a:ext cx="5682421" cy="5324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6A7F4328-0B7C-4DAE-94E5-913D719E7300}"/>
              </a:ext>
            </a:extLst>
          </p:cNvPr>
          <p:cNvSpPr/>
          <p:nvPr/>
        </p:nvSpPr>
        <p:spPr>
          <a:xfrm>
            <a:off x="4595909" y="2946400"/>
            <a:ext cx="1524000" cy="965200"/>
          </a:xfrm>
          <a:prstGeom prst="rightArrow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3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614A-2336-4B45-931A-3E4A7670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What is Zone.js?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39ED-95B2-4EB5-AF6D-6D108AFF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27175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Executed before the Angular application is bootstrapped</a:t>
            </a:r>
          </a:p>
          <a:p>
            <a:r>
              <a:rPr lang="en-US" dirty="0">
                <a:latin typeface="Comic Sans MS" panose="030F0702030302020204" pitchFamily="66" charset="0"/>
              </a:rPr>
              <a:t>Tells Angular when to run the change detection mechanism</a:t>
            </a:r>
          </a:p>
          <a:p>
            <a:r>
              <a:rPr lang="en-US" dirty="0">
                <a:latin typeface="Comic Sans MS" panose="030F0702030302020204" pitchFamily="66" charset="0"/>
              </a:rPr>
              <a:t>Monkey patches asynchronous browser APIs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32F390-835F-4B52-9983-4BABDFC4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54" y="3748072"/>
            <a:ext cx="7041092" cy="2387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78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614A-2336-4B45-931A-3E4A7670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Change Detection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B22F4-5669-48F4-A046-11FB18D36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0" y="2009286"/>
            <a:ext cx="6415407" cy="3858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D94813-A3E8-4BC0-B847-DB99433D480A}"/>
              </a:ext>
            </a:extLst>
          </p:cNvPr>
          <p:cNvSpPr/>
          <p:nvPr/>
        </p:nvSpPr>
        <p:spPr>
          <a:xfrm>
            <a:off x="8326120" y="1614560"/>
            <a:ext cx="128016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702030302020204" pitchFamily="66" charset="0"/>
              </a:rPr>
              <a:t>Application Ref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7D343B-4382-4255-AB3A-97C8059B0290}"/>
              </a:ext>
            </a:extLst>
          </p:cNvPr>
          <p:cNvSpPr/>
          <p:nvPr/>
        </p:nvSpPr>
        <p:spPr>
          <a:xfrm>
            <a:off x="8326120" y="2774706"/>
            <a:ext cx="128016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702030302020204" pitchFamily="66" charset="0"/>
              </a:rPr>
              <a:t>App Component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FA89E7-6F42-49E1-8FC5-C1772D4409A6}"/>
              </a:ext>
            </a:extLst>
          </p:cNvPr>
          <p:cNvSpPr/>
          <p:nvPr/>
        </p:nvSpPr>
        <p:spPr>
          <a:xfrm>
            <a:off x="9271000" y="3938343"/>
            <a:ext cx="128016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702030302020204" pitchFamily="66" charset="0"/>
              </a:rPr>
              <a:t>Child Component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22DAC6-EA83-4FBD-A5C7-7777EE021D29}"/>
              </a:ext>
            </a:extLst>
          </p:cNvPr>
          <p:cNvSpPr/>
          <p:nvPr/>
        </p:nvSpPr>
        <p:spPr>
          <a:xfrm>
            <a:off x="7310122" y="3938343"/>
            <a:ext cx="128016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702030302020204" pitchFamily="66" charset="0"/>
              </a:rPr>
              <a:t>Child Component 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C0AA81-EB0E-4A68-A8AA-7C1C30E0001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8966200" y="2300360"/>
            <a:ext cx="0" cy="47434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CF2DE0-EC2D-4B98-988A-DD194012348D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8219283" y="3191425"/>
            <a:ext cx="477837" cy="1015998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7">
            <a:extLst>
              <a:ext uri="{FF2B5EF4-FFF2-40B4-BE49-F238E27FC236}">
                <a16:creationId xmlns:a16="http://schemas.microsoft.com/office/drawing/2014/main" id="{EFA81144-57FA-49F7-8A82-030133176BF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9199722" y="3226984"/>
            <a:ext cx="477837" cy="944880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383386-0E20-4A6E-A565-9B44B7AB3700}"/>
              </a:ext>
            </a:extLst>
          </p:cNvPr>
          <p:cNvSpPr/>
          <p:nvPr/>
        </p:nvSpPr>
        <p:spPr>
          <a:xfrm>
            <a:off x="7990840" y="5181600"/>
            <a:ext cx="128016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702030302020204" pitchFamily="66" charset="0"/>
              </a:rPr>
              <a:t>Child Component 1.1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7621F7-952F-4771-8EDF-39193964C525}"/>
              </a:ext>
            </a:extLst>
          </p:cNvPr>
          <p:cNvSpPr/>
          <p:nvPr/>
        </p:nvSpPr>
        <p:spPr>
          <a:xfrm>
            <a:off x="10551160" y="5181600"/>
            <a:ext cx="128016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702030302020204" pitchFamily="66" charset="0"/>
              </a:rPr>
              <a:t>Child Component 1.2</a:t>
            </a:r>
          </a:p>
        </p:txBody>
      </p:sp>
      <p:cxnSp>
        <p:nvCxnSpPr>
          <p:cNvPr id="19" name="Straight Arrow Connector 17">
            <a:extLst>
              <a:ext uri="{FF2B5EF4-FFF2-40B4-BE49-F238E27FC236}">
                <a16:creationId xmlns:a16="http://schemas.microsoft.com/office/drawing/2014/main" id="{7C87F34B-572B-45BB-BA65-B8DB1EFEA8A7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rot="5400000">
            <a:off x="8992272" y="4262791"/>
            <a:ext cx="557457" cy="1280160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7">
            <a:extLst>
              <a:ext uri="{FF2B5EF4-FFF2-40B4-BE49-F238E27FC236}">
                <a16:creationId xmlns:a16="http://schemas.microsoft.com/office/drawing/2014/main" id="{46EDF0B1-0D8F-4E6A-8DE4-2A86EBBED54F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rot="16200000" flipH="1">
            <a:off x="10272432" y="4262791"/>
            <a:ext cx="557457" cy="1280160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05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614A-2336-4B45-931A-3E4A7670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Zone.js Downsides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39ED-95B2-4EB5-AF6D-6D108AFF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06215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Not tree shakable (uncompressed size &gt;100kB)</a:t>
            </a:r>
          </a:p>
          <a:p>
            <a:r>
              <a:rPr lang="en-US" dirty="0">
                <a:latin typeface="Comic Sans MS" panose="030F0702030302020204" pitchFamily="66" charset="0"/>
              </a:rPr>
              <a:t>Slower application bootstrap speed</a:t>
            </a:r>
          </a:p>
          <a:p>
            <a:r>
              <a:rPr lang="en-US" dirty="0">
                <a:latin typeface="Comic Sans MS" panose="030F0702030302020204" pitchFamily="66" charset="0"/>
              </a:rPr>
              <a:t>Unnecessary change detection triggering</a:t>
            </a:r>
          </a:p>
          <a:p>
            <a:r>
              <a:rPr lang="en-US" dirty="0">
                <a:latin typeface="Comic Sans MS" panose="030F0702030302020204" pitchFamily="66" charset="0"/>
              </a:rPr>
              <a:t>Magic</a:t>
            </a:r>
          </a:p>
          <a:p>
            <a:r>
              <a:rPr lang="en-US" dirty="0">
                <a:latin typeface="Comic Sans MS" panose="030F0702030302020204" pitchFamily="66" charset="0"/>
              </a:rPr>
              <a:t>Cannot monkey patch native async/await (ES2017)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44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614A-2336-4B45-931A-3E4A7670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Zone-Less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39ED-95B2-4EB5-AF6D-6D108AFF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7950" cy="908050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Trigger change detection only when necessary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EF43B-4814-4750-9E5D-CE4BACC7A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55" y="3223703"/>
            <a:ext cx="4821357" cy="2262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A9E094-01D2-4754-8DF3-77562883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25" y="663576"/>
            <a:ext cx="4282095" cy="5915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602FB21-5437-4237-9079-D72D8048D627}"/>
              </a:ext>
            </a:extLst>
          </p:cNvPr>
          <p:cNvSpPr/>
          <p:nvPr/>
        </p:nvSpPr>
        <p:spPr>
          <a:xfrm>
            <a:off x="5713168" y="3872451"/>
            <a:ext cx="1524000" cy="965200"/>
          </a:xfrm>
          <a:prstGeom prst="rightArrow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3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614A-2336-4B45-931A-3E4A7670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98" y="2397522"/>
            <a:ext cx="5396702" cy="206295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How to trigger change detection automatically?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53097C-7680-4668-848A-4F576135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3512741"/>
            <a:ext cx="1066629" cy="9477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187133-88AF-43D0-AFC0-6B7B249C0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2" y="260521"/>
            <a:ext cx="5189168" cy="6336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860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9EF108-726E-4765-AAD2-377BDC399CC7}"/>
              </a:ext>
            </a:extLst>
          </p:cNvPr>
          <p:cNvSpPr txBox="1"/>
          <p:nvPr/>
        </p:nvSpPr>
        <p:spPr>
          <a:xfrm flipH="1">
            <a:off x="5021579" y="2967335"/>
            <a:ext cx="2148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omic Sans MS" panose="030F0702030302020204" pitchFamily="66" charset="0"/>
                <a:hlinkClick r:id="rId2"/>
              </a:rPr>
              <a:t>Demo</a:t>
            </a:r>
            <a:endParaRPr lang="en-US" sz="5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14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9EF108-726E-4765-AAD2-377BDC399CC7}"/>
              </a:ext>
            </a:extLst>
          </p:cNvPr>
          <p:cNvSpPr txBox="1"/>
          <p:nvPr/>
        </p:nvSpPr>
        <p:spPr>
          <a:xfrm flipH="1">
            <a:off x="4577714" y="2405360"/>
            <a:ext cx="2884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omic Sans MS" panose="030F0702030302020204" pitchFamily="66" charset="0"/>
              </a:rPr>
              <a:t>Thanks!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5D0A5-1754-49D8-A380-42DDB5942AFF}"/>
              </a:ext>
            </a:extLst>
          </p:cNvPr>
          <p:cNvSpPr txBox="1"/>
          <p:nvPr/>
        </p:nvSpPr>
        <p:spPr>
          <a:xfrm>
            <a:off x="2776020" y="6396335"/>
            <a:ext cx="6639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702030302020204" pitchFamily="66" charset="0"/>
              </a:rPr>
              <a:t>SAP Commissions Tech Meetup – 11/04/2020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621DB-EE5F-4B80-BD82-43FA4C437633}"/>
              </a:ext>
            </a:extLst>
          </p:cNvPr>
          <p:cNvSpPr txBox="1"/>
          <p:nvPr/>
        </p:nvSpPr>
        <p:spPr>
          <a:xfrm>
            <a:off x="3438324" y="3419761"/>
            <a:ext cx="3910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Marko </a:t>
            </a:r>
            <a:r>
              <a:rPr lang="en-US" sz="3200" dirty="0" err="1">
                <a:latin typeface="Comic Sans MS" panose="030F0702030302020204" pitchFamily="66" charset="0"/>
              </a:rPr>
              <a:t>Stanimirovi</a:t>
            </a:r>
            <a:r>
              <a:rPr lang="sr-Latn-RS" sz="3200" dirty="0">
                <a:latin typeface="Comic Sans MS" panose="030F0702030302020204" pitchFamily="66" charset="0"/>
              </a:rPr>
              <a:t>ć</a:t>
            </a:r>
            <a:endParaRPr lang="en-US" sz="3200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332178F0-3C15-4F83-B300-1336697B2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89" y="3448623"/>
            <a:ext cx="634045" cy="527050"/>
          </a:xfrm>
          <a:prstGeom prst="rect">
            <a:avLst/>
          </a:prstGeom>
        </p:spPr>
      </p:pic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DDEA61E1-241F-449B-ABF5-E24DFEDBE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910" y="3448623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127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 Theme</vt:lpstr>
      <vt:lpstr>PowerPoint Presentation</vt:lpstr>
      <vt:lpstr>Contents</vt:lpstr>
      <vt:lpstr>Compilation</vt:lpstr>
      <vt:lpstr>What is Zone.js?</vt:lpstr>
      <vt:lpstr>Change Detection</vt:lpstr>
      <vt:lpstr>Zone.js Downsides</vt:lpstr>
      <vt:lpstr>Zone-Less Applications</vt:lpstr>
      <vt:lpstr>How to trigger change detection automatically?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Stanimirovic, Marko</dc:creator>
  <cp:lastModifiedBy>Stanimirovic, Marko</cp:lastModifiedBy>
  <cp:revision>45</cp:revision>
  <dcterms:created xsi:type="dcterms:W3CDTF">2020-11-03T10:09:23Z</dcterms:created>
  <dcterms:modified xsi:type="dcterms:W3CDTF">2020-11-03T19:34:01Z</dcterms:modified>
</cp:coreProperties>
</file>